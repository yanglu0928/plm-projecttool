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3315bc6074759" /><Relationship Type="http://schemas.openxmlformats.org/officeDocument/2006/relationships/extended-properties" Target="/docProps/app.xml" Id="R114466ecd1b144ff" /><Relationship Type="http://schemas.openxmlformats.org/officeDocument/2006/relationships/officeDocument" Target="/ppt/presentation.xml" Id="R69c4aa2e2ed6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644e3a722461b"/>
  </p:sldMasterIdLst>
  <p:notesMasterIdLst>
    <p:notesMasterId xmlns:r="http://schemas.openxmlformats.org/officeDocument/2006/relationships" r:id="R48639476814e439f"/>
  </p:notesMasterIdLst>
  <p:sldIdLst>
    <p:sldId xmlns:r="http://schemas.openxmlformats.org/officeDocument/2006/relationships" id="256" r:id="R0db75aa620384e02"/>
    <p:sldId xmlns:r="http://schemas.openxmlformats.org/officeDocument/2006/relationships" id="257" r:id="Rae509d96034a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0ae3e9b8a4b81" /><Relationship Type="http://schemas.openxmlformats.org/officeDocument/2006/relationships/slideMaster" Target="/ppt/slideMasters/slideMaster1.xml" Id="Rf5b644e3a722461b" /><Relationship Type="http://schemas.openxmlformats.org/officeDocument/2006/relationships/notesMaster" Target="/ppt/notesMasters/notesMaster1.xml" Id="R48639476814e439f" /><Relationship Type="http://schemas.openxmlformats.org/officeDocument/2006/relationships/presProps" Target="/ppt/presProps.xml" Id="Ra9a11a763d2c48ef" /><Relationship Type="http://schemas.openxmlformats.org/officeDocument/2006/relationships/tableStyles" Target="/ppt/tableStyles.xml" Id="R73edafd607094cf2" /><Relationship Type="http://schemas.openxmlformats.org/officeDocument/2006/relationships/slide" Target="/ppt/slides/slide1.xml" Id="R0db75aa620384e02" /><Relationship Type="http://schemas.openxmlformats.org/officeDocument/2006/relationships/slide" Target="/ppt/slides/slide2.xml" Id="Rae509d96034a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475093db5c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c7e02406b467e" /><Relationship Type="http://schemas.openxmlformats.org/officeDocument/2006/relationships/notesMaster" Target="/ppt/notesMasters/notesMaster1.xml" Id="Re4dad4b4cd57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001edb3c544e23" /><Relationship Type="http://schemas.openxmlformats.org/officeDocument/2006/relationships/notesMaster" Target="/ppt/notesMasters/notesMaster1.xml" Id="Rf29b5217d40f4e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Self-generated POC-05 fixture.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Self-generated POC-05 fixture. Native table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705d5a573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b24181d6d46ba" /><Relationship Type="http://schemas.openxmlformats.org/officeDocument/2006/relationships/slideLayout" Target="/ppt/slideLayouts/slideLayout1.xml" Id="R6c27773d92884b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7773d92884b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ddd95e7474294" /><Relationship Type="http://schemas.openxmlformats.org/officeDocument/2006/relationships/notesSlide" Target="/ppt/notesSlides/notesSlide1.xml" Id="R73d3fd26b5c4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e28418df043d4" /><Relationship Type="http://schemas.openxmlformats.org/officeDocument/2006/relationships/notesSlide" Target="/ppt/notesSlides/notesSlide2.xml" Id="R0ecca950eb4340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C27DD2-CEB6-4BB7-9FDF-33086BBD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项目概况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D037BD-023F-4755-B261-47BEFB1F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28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D9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POC 05 统一解析测试</a:t>
            </a:r>
          </a:p>
          <a:p xmlns:a="http://schemas.openxmlformats.org/drawingml/2006/main">
            <a:pPr>
              <a:def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项目名称：PLM 项目实施辅助工具</a:t>
            </a:r>
          </a:p>
          <a:p xmlns:a="http://schemas.openxmlformats.org/drawingml/2006/main">
            <a:pPr>
              <a:def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项目编号：PLM-2026-005</a:t>
            </a:r>
          </a:p>
          <a:p xmlns:a="http://schemas.openxmlformats.org/drawingml/2006/main">
            <a:pPr>
              <a:def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当前里程碑：需求确认</a:t>
            </a:r>
          </a:p>
        </p:txBody>
      </p:sp>
    </p:spTree>
    <p:extLst>
      <p:ext uri="{BB962C8B-B14F-4D97-AF65-F5344CB8AC3E}">
        <p14:creationId xmlns:p14="http://schemas.microsoft.com/office/powerpoint/2010/main" val="1463411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A1C22D-FA5A-4D70-B4CD-E74F1F9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交付清单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4286250"/>
                <a:gridCol w="3333750"/>
              </a:tblGrid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1440" marR="91440" marT="45720" marB="4572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</a:t>
                      </a:r>
                    </a:p>
                  </a:txBody>
                  <a:tcPr marL="91440" marR="91440" marT="45720" marB="4572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F4E7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统一解析结果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PLM-2026-005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</a:t>
                      </a:r>
                    </a:p>
                  </a:txBody>
                  <a:tcPr marL="91440" marR="91440" marT="45720" marB="45720" anchor="ctr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来源定位</a:t>
                      </a:r>
                    </a:p>
                  </a:txBody>
                  <a:tcPr marL="91440" marR="91440" marT="45720" marB="4572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需求确认</a:t>
                      </a:r>
                    </a:p>
                  </a:txBody>
                  <a:tcPr marL="91440" marR="91440" marT="45720" marB="45720"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</a:t>
                      </a:r>
                    </a:p>
                  </a:txBody>
                  <a:tcPr marL="91440" marR="91440" marT="45720" marB="45720" anchor="ctr">
                    <a:solidFill>
                      <a:srgbClr val="EAF2F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人工复核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客户确认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94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2026-09-17T08:32:44.2460000Z</dcterms:created>
  <dcterms:modified xsi:type="dcterms:W3CDTF">2026-09-17T08:32:44.2460000Z</dcterms:modified>
</coreProperties>
</file>