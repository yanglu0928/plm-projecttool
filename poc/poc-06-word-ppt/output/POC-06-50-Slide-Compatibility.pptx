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e6425cb54e4788" /><Relationship Type="http://schemas.openxmlformats.org/officeDocument/2006/relationships/extended-properties" Target="/docProps/app.xml" Id="R9e0884287db44769" /><Relationship Type="http://schemas.openxmlformats.org/officeDocument/2006/relationships/officeDocument" Target="/ppt/presentation.xml" Id="R04c69c4b7c7b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4c9d9d8194821"/>
  </p:sldMasterIdLst>
  <p:notesMasterIdLst>
    <p:notesMasterId xmlns:r="http://schemas.openxmlformats.org/officeDocument/2006/relationships" r:id="Raaee1e6b1645410a"/>
  </p:notesMasterIdLst>
  <p:sldIdLst>
    <p:sldId xmlns:r="http://schemas.openxmlformats.org/officeDocument/2006/relationships" id="256" r:id="Rc2b8cd742d864593"/>
    <p:sldId xmlns:r="http://schemas.openxmlformats.org/officeDocument/2006/relationships" id="257" r:id="R3dd771c1a8ee4757"/>
    <p:sldId xmlns:r="http://schemas.openxmlformats.org/officeDocument/2006/relationships" id="258" r:id="R70dcae1009e74c0a"/>
    <p:sldId xmlns:r="http://schemas.openxmlformats.org/officeDocument/2006/relationships" id="259" r:id="Rd21bf4a53cd44497"/>
    <p:sldId xmlns:r="http://schemas.openxmlformats.org/officeDocument/2006/relationships" id="260" r:id="Red7c2027e18b4199"/>
    <p:sldId xmlns:r="http://schemas.openxmlformats.org/officeDocument/2006/relationships" id="261" r:id="Rb05b84e83c744314"/>
    <p:sldId xmlns:r="http://schemas.openxmlformats.org/officeDocument/2006/relationships" id="262" r:id="R1ec4fd885af4461e"/>
    <p:sldId xmlns:r="http://schemas.openxmlformats.org/officeDocument/2006/relationships" id="263" r:id="Rdac9d58b37b3480d"/>
    <p:sldId xmlns:r="http://schemas.openxmlformats.org/officeDocument/2006/relationships" id="264" r:id="R2a13ede12be94259"/>
    <p:sldId xmlns:r="http://schemas.openxmlformats.org/officeDocument/2006/relationships" id="265" r:id="R78ab40a486394845"/>
    <p:sldId xmlns:r="http://schemas.openxmlformats.org/officeDocument/2006/relationships" id="266" r:id="R586fc3ade5b64845"/>
    <p:sldId xmlns:r="http://schemas.openxmlformats.org/officeDocument/2006/relationships" id="267" r:id="R33700c621f854379"/>
    <p:sldId xmlns:r="http://schemas.openxmlformats.org/officeDocument/2006/relationships" id="268" r:id="Rb412b4510481452f"/>
    <p:sldId xmlns:r="http://schemas.openxmlformats.org/officeDocument/2006/relationships" id="269" r:id="R79352675f468488c"/>
    <p:sldId xmlns:r="http://schemas.openxmlformats.org/officeDocument/2006/relationships" id="270" r:id="R69be3853d50e45b8"/>
    <p:sldId xmlns:r="http://schemas.openxmlformats.org/officeDocument/2006/relationships" id="271" r:id="Rda84cd4aee2e4275"/>
    <p:sldId xmlns:r="http://schemas.openxmlformats.org/officeDocument/2006/relationships" id="272" r:id="Rc6f9171795264bb2"/>
    <p:sldId xmlns:r="http://schemas.openxmlformats.org/officeDocument/2006/relationships" id="273" r:id="R45cf532d43bc4788"/>
    <p:sldId xmlns:r="http://schemas.openxmlformats.org/officeDocument/2006/relationships" id="274" r:id="R66d2ad7495ab406a"/>
    <p:sldId xmlns:r="http://schemas.openxmlformats.org/officeDocument/2006/relationships" id="275" r:id="R3226bbfaa4c443a6"/>
    <p:sldId xmlns:r="http://schemas.openxmlformats.org/officeDocument/2006/relationships" id="276" r:id="Rb6864b3ab2254276"/>
    <p:sldId xmlns:r="http://schemas.openxmlformats.org/officeDocument/2006/relationships" id="277" r:id="R6accc0af590b430d"/>
    <p:sldId xmlns:r="http://schemas.openxmlformats.org/officeDocument/2006/relationships" id="278" r:id="Rbe2bb0ea229d49d4"/>
    <p:sldId xmlns:r="http://schemas.openxmlformats.org/officeDocument/2006/relationships" id="279" r:id="Ra81774eeb50c4e56"/>
    <p:sldId xmlns:r="http://schemas.openxmlformats.org/officeDocument/2006/relationships" id="280" r:id="R17e0b09390554219"/>
    <p:sldId xmlns:r="http://schemas.openxmlformats.org/officeDocument/2006/relationships" id="281" r:id="Rcc96078aad4345f9"/>
    <p:sldId xmlns:r="http://schemas.openxmlformats.org/officeDocument/2006/relationships" id="282" r:id="Rae850cfc4869461c"/>
    <p:sldId xmlns:r="http://schemas.openxmlformats.org/officeDocument/2006/relationships" id="283" r:id="Rfbfbf0d7e86142e8"/>
    <p:sldId xmlns:r="http://schemas.openxmlformats.org/officeDocument/2006/relationships" id="284" r:id="Ra9bf2fdd846444da"/>
    <p:sldId xmlns:r="http://schemas.openxmlformats.org/officeDocument/2006/relationships" id="285" r:id="R853215f60c384c7b"/>
    <p:sldId xmlns:r="http://schemas.openxmlformats.org/officeDocument/2006/relationships" id="286" r:id="R4079f176ee6243a8"/>
    <p:sldId xmlns:r="http://schemas.openxmlformats.org/officeDocument/2006/relationships" id="287" r:id="R0f314cb9a57740a2"/>
    <p:sldId xmlns:r="http://schemas.openxmlformats.org/officeDocument/2006/relationships" id="288" r:id="R10e78084d7ed45df"/>
    <p:sldId xmlns:r="http://schemas.openxmlformats.org/officeDocument/2006/relationships" id="289" r:id="Rc69246e698ce42b7"/>
    <p:sldId xmlns:r="http://schemas.openxmlformats.org/officeDocument/2006/relationships" id="290" r:id="R903e42c0808749c1"/>
    <p:sldId xmlns:r="http://schemas.openxmlformats.org/officeDocument/2006/relationships" id="291" r:id="R0bf37029a6f04d52"/>
    <p:sldId xmlns:r="http://schemas.openxmlformats.org/officeDocument/2006/relationships" id="292" r:id="Re3c93da4421642a6"/>
    <p:sldId xmlns:r="http://schemas.openxmlformats.org/officeDocument/2006/relationships" id="293" r:id="R911bb614da174fac"/>
    <p:sldId xmlns:r="http://schemas.openxmlformats.org/officeDocument/2006/relationships" id="294" r:id="R2d325f9728da4d7c"/>
    <p:sldId xmlns:r="http://schemas.openxmlformats.org/officeDocument/2006/relationships" id="295" r:id="R1fe1221c7a6b4e11"/>
    <p:sldId xmlns:r="http://schemas.openxmlformats.org/officeDocument/2006/relationships" id="296" r:id="Rb2818401a60c4d05"/>
    <p:sldId xmlns:r="http://schemas.openxmlformats.org/officeDocument/2006/relationships" id="297" r:id="R9fe0c625aec440f1"/>
    <p:sldId xmlns:r="http://schemas.openxmlformats.org/officeDocument/2006/relationships" id="298" r:id="Rbe5e233016234cc8"/>
    <p:sldId xmlns:r="http://schemas.openxmlformats.org/officeDocument/2006/relationships" id="299" r:id="Ra96309eebaa74f0f"/>
    <p:sldId xmlns:r="http://schemas.openxmlformats.org/officeDocument/2006/relationships" id="300" r:id="Ra4835859eaa849ad"/>
    <p:sldId xmlns:r="http://schemas.openxmlformats.org/officeDocument/2006/relationships" id="301" r:id="R5da98732494e4554"/>
    <p:sldId xmlns:r="http://schemas.openxmlformats.org/officeDocument/2006/relationships" id="302" r:id="R2b6ee969a3e142f8"/>
    <p:sldId xmlns:r="http://schemas.openxmlformats.org/officeDocument/2006/relationships" id="303" r:id="Rcbd7a213181740f8"/>
    <p:sldId xmlns:r="http://schemas.openxmlformats.org/officeDocument/2006/relationships" id="304" r:id="Ra09dd42dc5044fc0"/>
    <p:sldId xmlns:r="http://schemas.openxmlformats.org/officeDocument/2006/relationships" id="305" r:id="Re76bd761d1ce40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fa86c2994c4f90" /><Relationship Type="http://schemas.openxmlformats.org/officeDocument/2006/relationships/slideMaster" Target="/ppt/slideMasters/slideMaster1.xml" Id="R8724c9d9d8194821" /><Relationship Type="http://schemas.openxmlformats.org/officeDocument/2006/relationships/notesMaster" Target="/ppt/notesMasters/notesMaster1.xml" Id="Raaee1e6b1645410a" /><Relationship Type="http://schemas.openxmlformats.org/officeDocument/2006/relationships/presProps" Target="/ppt/presProps.xml" Id="Rf832e77063e240db" /><Relationship Type="http://schemas.openxmlformats.org/officeDocument/2006/relationships/tableStyles" Target="/ppt/tableStyles.xml" Id="Rb77964be10384dbd" /><Relationship Type="http://schemas.openxmlformats.org/officeDocument/2006/relationships/slide" Target="/ppt/slides/slide1.xml" Id="Rc2b8cd742d864593" /><Relationship Type="http://schemas.openxmlformats.org/officeDocument/2006/relationships/slide" Target="/ppt/slides/slide2.xml" Id="R3dd771c1a8ee4757" /><Relationship Type="http://schemas.openxmlformats.org/officeDocument/2006/relationships/slide" Target="/ppt/slides/slide3.xml" Id="R70dcae1009e74c0a" /><Relationship Type="http://schemas.openxmlformats.org/officeDocument/2006/relationships/slide" Target="/ppt/slides/slide4.xml" Id="Rd21bf4a53cd44497" /><Relationship Type="http://schemas.openxmlformats.org/officeDocument/2006/relationships/slide" Target="/ppt/slides/slide5.xml" Id="Red7c2027e18b4199" /><Relationship Type="http://schemas.openxmlformats.org/officeDocument/2006/relationships/slide" Target="/ppt/slides/slide6.xml" Id="Rb05b84e83c744314" /><Relationship Type="http://schemas.openxmlformats.org/officeDocument/2006/relationships/slide" Target="/ppt/slides/slide7.xml" Id="R1ec4fd885af4461e" /><Relationship Type="http://schemas.openxmlformats.org/officeDocument/2006/relationships/slide" Target="/ppt/slides/slide8.xml" Id="Rdac9d58b37b3480d" /><Relationship Type="http://schemas.openxmlformats.org/officeDocument/2006/relationships/slide" Target="/ppt/slides/slide9.xml" Id="R2a13ede12be94259" /><Relationship Type="http://schemas.openxmlformats.org/officeDocument/2006/relationships/slide" Target="/ppt/slides/slide10.xml" Id="R78ab40a486394845" /><Relationship Type="http://schemas.openxmlformats.org/officeDocument/2006/relationships/slide" Target="/ppt/slides/slide11.xml" Id="R586fc3ade5b64845" /><Relationship Type="http://schemas.openxmlformats.org/officeDocument/2006/relationships/slide" Target="/ppt/slides/slide12.xml" Id="R33700c621f854379" /><Relationship Type="http://schemas.openxmlformats.org/officeDocument/2006/relationships/slide" Target="/ppt/slides/slide13.xml" Id="Rb412b4510481452f" /><Relationship Type="http://schemas.openxmlformats.org/officeDocument/2006/relationships/slide" Target="/ppt/slides/slide14.xml" Id="R79352675f468488c" /><Relationship Type="http://schemas.openxmlformats.org/officeDocument/2006/relationships/slide" Target="/ppt/slides/slide15.xml" Id="R69be3853d50e45b8" /><Relationship Type="http://schemas.openxmlformats.org/officeDocument/2006/relationships/slide" Target="/ppt/slides/slide16.xml" Id="Rda84cd4aee2e4275" /><Relationship Type="http://schemas.openxmlformats.org/officeDocument/2006/relationships/slide" Target="/ppt/slides/slide17.xml" Id="Rc6f9171795264bb2" /><Relationship Type="http://schemas.openxmlformats.org/officeDocument/2006/relationships/slide" Target="/ppt/slides/slide18.xml" Id="R45cf532d43bc4788" /><Relationship Type="http://schemas.openxmlformats.org/officeDocument/2006/relationships/slide" Target="/ppt/slides/slide19.xml" Id="R66d2ad7495ab406a" /><Relationship Type="http://schemas.openxmlformats.org/officeDocument/2006/relationships/slide" Target="/ppt/slides/slide20.xml" Id="R3226bbfaa4c443a6" /><Relationship Type="http://schemas.openxmlformats.org/officeDocument/2006/relationships/slide" Target="/ppt/slides/slide21.xml" Id="Rb6864b3ab2254276" /><Relationship Type="http://schemas.openxmlformats.org/officeDocument/2006/relationships/slide" Target="/ppt/slides/slide22.xml" Id="R6accc0af590b430d" /><Relationship Type="http://schemas.openxmlformats.org/officeDocument/2006/relationships/slide" Target="/ppt/slides/slide23.xml" Id="Rbe2bb0ea229d49d4" /><Relationship Type="http://schemas.openxmlformats.org/officeDocument/2006/relationships/slide" Target="/ppt/slides/slide24.xml" Id="Ra81774eeb50c4e56" /><Relationship Type="http://schemas.openxmlformats.org/officeDocument/2006/relationships/slide" Target="/ppt/slides/slide25.xml" Id="R17e0b09390554219" /><Relationship Type="http://schemas.openxmlformats.org/officeDocument/2006/relationships/slide" Target="/ppt/slides/slide26.xml" Id="Rcc96078aad4345f9" /><Relationship Type="http://schemas.openxmlformats.org/officeDocument/2006/relationships/slide" Target="/ppt/slides/slide27.xml" Id="Rae850cfc4869461c" /><Relationship Type="http://schemas.openxmlformats.org/officeDocument/2006/relationships/slide" Target="/ppt/slides/slide28.xml" Id="Rfbfbf0d7e86142e8" /><Relationship Type="http://schemas.openxmlformats.org/officeDocument/2006/relationships/slide" Target="/ppt/slides/slide29.xml" Id="Ra9bf2fdd846444da" /><Relationship Type="http://schemas.openxmlformats.org/officeDocument/2006/relationships/slide" Target="/ppt/slides/slide30.xml" Id="R853215f60c384c7b" /><Relationship Type="http://schemas.openxmlformats.org/officeDocument/2006/relationships/slide" Target="/ppt/slides/slide31.xml" Id="R4079f176ee6243a8" /><Relationship Type="http://schemas.openxmlformats.org/officeDocument/2006/relationships/slide" Target="/ppt/slides/slide32.xml" Id="R0f314cb9a57740a2" /><Relationship Type="http://schemas.openxmlformats.org/officeDocument/2006/relationships/slide" Target="/ppt/slides/slide33.xml" Id="R10e78084d7ed45df" /><Relationship Type="http://schemas.openxmlformats.org/officeDocument/2006/relationships/slide" Target="/ppt/slides/slide34.xml" Id="Rc69246e698ce42b7" /><Relationship Type="http://schemas.openxmlformats.org/officeDocument/2006/relationships/slide" Target="/ppt/slides/slide35.xml" Id="R903e42c0808749c1" /><Relationship Type="http://schemas.openxmlformats.org/officeDocument/2006/relationships/slide" Target="/ppt/slides/slide36.xml" Id="R0bf37029a6f04d52" /><Relationship Type="http://schemas.openxmlformats.org/officeDocument/2006/relationships/slide" Target="/ppt/slides/slide37.xml" Id="Re3c93da4421642a6" /><Relationship Type="http://schemas.openxmlformats.org/officeDocument/2006/relationships/slide" Target="/ppt/slides/slide38.xml" Id="R911bb614da174fac" /><Relationship Type="http://schemas.openxmlformats.org/officeDocument/2006/relationships/slide" Target="/ppt/slides/slide39.xml" Id="R2d325f9728da4d7c" /><Relationship Type="http://schemas.openxmlformats.org/officeDocument/2006/relationships/slide" Target="/ppt/slides/slide40.xml" Id="R1fe1221c7a6b4e11" /><Relationship Type="http://schemas.openxmlformats.org/officeDocument/2006/relationships/slide" Target="/ppt/slides/slide41.xml" Id="Rb2818401a60c4d05" /><Relationship Type="http://schemas.openxmlformats.org/officeDocument/2006/relationships/slide" Target="/ppt/slides/slide42.xml" Id="R9fe0c625aec440f1" /><Relationship Type="http://schemas.openxmlformats.org/officeDocument/2006/relationships/slide" Target="/ppt/slides/slide43.xml" Id="Rbe5e233016234cc8" /><Relationship Type="http://schemas.openxmlformats.org/officeDocument/2006/relationships/slide" Target="/ppt/slides/slide44.xml" Id="Ra96309eebaa74f0f" /><Relationship Type="http://schemas.openxmlformats.org/officeDocument/2006/relationships/slide" Target="/ppt/slides/slide45.xml" Id="Ra4835859eaa849ad" /><Relationship Type="http://schemas.openxmlformats.org/officeDocument/2006/relationships/slide" Target="/ppt/slides/slide46.xml" Id="R5da98732494e4554" /><Relationship Type="http://schemas.openxmlformats.org/officeDocument/2006/relationships/slide" Target="/ppt/slides/slide47.xml" Id="R2b6ee969a3e142f8" /><Relationship Type="http://schemas.openxmlformats.org/officeDocument/2006/relationships/slide" Target="/ppt/slides/slide48.xml" Id="Rcbd7a213181740f8" /><Relationship Type="http://schemas.openxmlformats.org/officeDocument/2006/relationships/slide" Target="/ppt/slides/slide49.xml" Id="Ra09dd42dc5044fc0" /><Relationship Type="http://schemas.openxmlformats.org/officeDocument/2006/relationships/slide" Target="/ppt/slides/slide50.xml" Id="Re76bd761d1ce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e862c676b447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c4cc77e2c34f55" /><Relationship Type="http://schemas.openxmlformats.org/officeDocument/2006/relationships/notesMaster" Target="/ppt/notesMasters/notesMaster1.xml" Id="R8d863a1f5b9044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2ba2974dba4179" /><Relationship Type="http://schemas.openxmlformats.org/officeDocument/2006/relationships/notesMaster" Target="/ppt/notesMasters/notesMaster1.xml" Id="Ra7dd1b5af198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346ea378e0477e" /><Relationship Type="http://schemas.openxmlformats.org/officeDocument/2006/relationships/notesMaster" Target="/ppt/notesMasters/notesMaster1.xml" Id="R2191645fa15449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0532830f14e72" /><Relationship Type="http://schemas.openxmlformats.org/officeDocument/2006/relationships/notesMaster" Target="/ppt/notesMasters/notesMaster1.xml" Id="R1cd742e6487a47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600959abc24742" /><Relationship Type="http://schemas.openxmlformats.org/officeDocument/2006/relationships/notesMaster" Target="/ppt/notesMasters/notesMaster1.xml" Id="R1951c0b833e147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9d648ad3554fe9" /><Relationship Type="http://schemas.openxmlformats.org/officeDocument/2006/relationships/notesMaster" Target="/ppt/notesMasters/notesMaster1.xml" Id="R17090f0e3c8f48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aeaea9662d43e1" /><Relationship Type="http://schemas.openxmlformats.org/officeDocument/2006/relationships/notesMaster" Target="/ppt/notesMasters/notesMaster1.xml" Id="Ref7e6923b9e44c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ae47fde27644b6" /><Relationship Type="http://schemas.openxmlformats.org/officeDocument/2006/relationships/notesMaster" Target="/ppt/notesMasters/notesMaster1.xml" Id="R5732a8e3bda545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ed0484300c4f47" /><Relationship Type="http://schemas.openxmlformats.org/officeDocument/2006/relationships/notesMaster" Target="/ppt/notesMasters/notesMaster1.xml" Id="R16d99ee28a5940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988f63e6164221" /><Relationship Type="http://schemas.openxmlformats.org/officeDocument/2006/relationships/notesMaster" Target="/ppt/notesMasters/notesMaster1.xml" Id="R530e1756a3624a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76b0c7473649c1" /><Relationship Type="http://schemas.openxmlformats.org/officeDocument/2006/relationships/notesMaster" Target="/ppt/notesMasters/notesMaster1.xml" Id="Ra9d8c91c415f43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d97743a4a04405" /><Relationship Type="http://schemas.openxmlformats.org/officeDocument/2006/relationships/notesMaster" Target="/ppt/notesMasters/notesMaster1.xml" Id="R0876f79d13574e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ee7592cb5544fc" /><Relationship Type="http://schemas.openxmlformats.org/officeDocument/2006/relationships/notesMaster" Target="/ppt/notesMasters/notesMaster1.xml" Id="Rde9ea19c1fd741a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dab7dfe96f4f0d" /><Relationship Type="http://schemas.openxmlformats.org/officeDocument/2006/relationships/notesMaster" Target="/ppt/notesMasters/notesMaster1.xml" Id="R37af7498e7ca40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ee484e81294f37" /><Relationship Type="http://schemas.openxmlformats.org/officeDocument/2006/relationships/notesMaster" Target="/ppt/notesMasters/notesMaster1.xml" Id="R1b8a2dc55bbd4e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03cee57bfd45fe" /><Relationship Type="http://schemas.openxmlformats.org/officeDocument/2006/relationships/notesMaster" Target="/ppt/notesMasters/notesMaster1.xml" Id="R3bdd2b319e4340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fa1184f0f54bbf" /><Relationship Type="http://schemas.openxmlformats.org/officeDocument/2006/relationships/notesMaster" Target="/ppt/notesMasters/notesMaster1.xml" Id="R7634d57cd88942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49f5cb16bb47a2" /><Relationship Type="http://schemas.openxmlformats.org/officeDocument/2006/relationships/notesMaster" Target="/ppt/notesMasters/notesMaster1.xml" Id="Rbdacedeaaf934c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537e42892a444e" /><Relationship Type="http://schemas.openxmlformats.org/officeDocument/2006/relationships/notesMaster" Target="/ppt/notesMasters/notesMaster1.xml" Id="Rdc01e891ab294c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84ac0a2c2046f5" /><Relationship Type="http://schemas.openxmlformats.org/officeDocument/2006/relationships/notesMaster" Target="/ppt/notesMasters/notesMaster1.xml" Id="Raa501b8cd3ce40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248d2d012a43a5" /><Relationship Type="http://schemas.openxmlformats.org/officeDocument/2006/relationships/notesMaster" Target="/ppt/notesMasters/notesMaster1.xml" Id="Rf4368ab7c5c048a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74623df306401a" /><Relationship Type="http://schemas.openxmlformats.org/officeDocument/2006/relationships/notesMaster" Target="/ppt/notesMasters/notesMaster1.xml" Id="Ree60394e4c4547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3b203c7a8df4c5f" /><Relationship Type="http://schemas.openxmlformats.org/officeDocument/2006/relationships/notesMaster" Target="/ppt/notesMasters/notesMaster1.xml" Id="Re320422b04ff4d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30d8c1f5a44b3a" /><Relationship Type="http://schemas.openxmlformats.org/officeDocument/2006/relationships/notesMaster" Target="/ppt/notesMasters/notesMaster1.xml" Id="R88620334f68143c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4af6d6c1f747b9" /><Relationship Type="http://schemas.openxmlformats.org/officeDocument/2006/relationships/notesMaster" Target="/ppt/notesMasters/notesMaster1.xml" Id="R4e6c59aeb89147b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d8c4735bcd445a6" /><Relationship Type="http://schemas.openxmlformats.org/officeDocument/2006/relationships/notesMaster" Target="/ppt/notesMasters/notesMaster1.xml" Id="R7177121f55be4a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330e2008b841bc" /><Relationship Type="http://schemas.openxmlformats.org/officeDocument/2006/relationships/notesMaster" Target="/ppt/notesMasters/notesMaster1.xml" Id="R9a00f64bcf0448d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5bd7d7a02424e72" /><Relationship Type="http://schemas.openxmlformats.org/officeDocument/2006/relationships/notesMaster" Target="/ppt/notesMasters/notesMaster1.xml" Id="R025ecd07d83142e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fcbe17bf9c4f5f" /><Relationship Type="http://schemas.openxmlformats.org/officeDocument/2006/relationships/notesMaster" Target="/ppt/notesMasters/notesMaster1.xml" Id="R9a8ab499fd0b44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7b25055ea734b18" /><Relationship Type="http://schemas.openxmlformats.org/officeDocument/2006/relationships/notesMaster" Target="/ppt/notesMasters/notesMaster1.xml" Id="Re818ca2d13c645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1184577e4e043d7" /><Relationship Type="http://schemas.openxmlformats.org/officeDocument/2006/relationships/notesMaster" Target="/ppt/notesMasters/notesMaster1.xml" Id="R1b7a00b1e3644a6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87732ead4154a7d" /><Relationship Type="http://schemas.openxmlformats.org/officeDocument/2006/relationships/notesMaster" Target="/ppt/notesMasters/notesMaster1.xml" Id="R35835e6ce901475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a1260e6bdbf4ab5" /><Relationship Type="http://schemas.openxmlformats.org/officeDocument/2006/relationships/notesMaster" Target="/ppt/notesMasters/notesMaster1.xml" Id="Rdbae9179f96f4b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7dd031194eb4663" /><Relationship Type="http://schemas.openxmlformats.org/officeDocument/2006/relationships/notesMaster" Target="/ppt/notesMasters/notesMaster1.xml" Id="Rb8262c9f9d3b4e3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dddadbe46c14633" /><Relationship Type="http://schemas.openxmlformats.org/officeDocument/2006/relationships/notesMaster" Target="/ppt/notesMasters/notesMaster1.xml" Id="Rad49e4c25004476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b4fa9d09e614df8" /><Relationship Type="http://schemas.openxmlformats.org/officeDocument/2006/relationships/notesMaster" Target="/ppt/notesMasters/notesMaster1.xml" Id="Rd93f0af1f3b94d7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ba28e91fe604f07" /><Relationship Type="http://schemas.openxmlformats.org/officeDocument/2006/relationships/notesMaster" Target="/ppt/notesMasters/notesMaster1.xml" Id="Re8cbda491114454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92b76ffb464b90" /><Relationship Type="http://schemas.openxmlformats.org/officeDocument/2006/relationships/notesMaster" Target="/ppt/notesMasters/notesMaster1.xml" Id="R86d24230196b44f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c22e94325b34976" /><Relationship Type="http://schemas.openxmlformats.org/officeDocument/2006/relationships/notesMaster" Target="/ppt/notesMasters/notesMaster1.xml" Id="Rac3d1828173d4d2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c2584bb5ffc4ba1" /><Relationship Type="http://schemas.openxmlformats.org/officeDocument/2006/relationships/notesMaster" Target="/ppt/notesMasters/notesMaster1.xml" Id="Rf50a17a37a5140e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706ca67cbea441b" /><Relationship Type="http://schemas.openxmlformats.org/officeDocument/2006/relationships/notesMaster" Target="/ppt/notesMasters/notesMaster1.xml" Id="Rdc9cae8520774d5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59e6ec1733346c2" /><Relationship Type="http://schemas.openxmlformats.org/officeDocument/2006/relationships/notesMaster" Target="/ppt/notesMasters/notesMaster1.xml" Id="R436a6a09d0fb4c5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2b95b00cf4547e9" /><Relationship Type="http://schemas.openxmlformats.org/officeDocument/2006/relationships/notesMaster" Target="/ppt/notesMasters/notesMaster1.xml" Id="R1f7ad775d02d4de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f21001946f5418e" /><Relationship Type="http://schemas.openxmlformats.org/officeDocument/2006/relationships/notesMaster" Target="/ppt/notesMasters/notesMaster1.xml" Id="Rc1b92b26bb3f416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d0331dcbb16436d" /><Relationship Type="http://schemas.openxmlformats.org/officeDocument/2006/relationships/notesMaster" Target="/ppt/notesMasters/notesMaster1.xml" Id="R04db7916b951432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d5b203f624f4d1c" /><Relationship Type="http://schemas.openxmlformats.org/officeDocument/2006/relationships/notesMaster" Target="/ppt/notesMasters/notesMaster1.xml" Id="Recb7d55d58524be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9759256713d4bcc" /><Relationship Type="http://schemas.openxmlformats.org/officeDocument/2006/relationships/notesMaster" Target="/ppt/notesMasters/notesMaster1.xml" Id="R970543d11138409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3e518c96df141db" /><Relationship Type="http://schemas.openxmlformats.org/officeDocument/2006/relationships/notesMaster" Target="/ppt/notesMasters/notesMaster1.xml" Id="R34c8d8b5af8042e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b6cdc3abc6c4303" /><Relationship Type="http://schemas.openxmlformats.org/officeDocument/2006/relationships/notesMaster" Target="/ppt/notesMasters/notesMaster1.xml" Id="Re39af0e56ab74d3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2079db0b8694b4f" /><Relationship Type="http://schemas.openxmlformats.org/officeDocument/2006/relationships/notesMaster" Target="/ppt/notesMasters/notesMaster1.xml" Id="R9e9c44442d794c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081be359a4c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bfbc5171ec4c89" /><Relationship Type="http://schemas.openxmlformats.org/officeDocument/2006/relationships/slideLayout" Target="/ppt/slideLayouts/slideLayout1.xml" Id="R88c866dbb9464d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c866dbb9464d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26639c4d04166" /><Relationship Type="http://schemas.openxmlformats.org/officeDocument/2006/relationships/notesSlide" Target="/ppt/notesSlides/notesSlide1.xml" Id="R4878c9d5338c4a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097de7cae4c41" /><Relationship Type="http://schemas.openxmlformats.org/officeDocument/2006/relationships/notesSlide" Target="/ppt/notesSlides/notesSlide2.xml" Id="R0ba6cab02d3d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404b1752a4084" /><Relationship Type="http://schemas.openxmlformats.org/officeDocument/2006/relationships/notesSlide" Target="/ppt/notesSlides/notesSlide3.xml" Id="Re0ba46dfd94a4a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a70fc2f8d43ae" /><Relationship Type="http://schemas.openxmlformats.org/officeDocument/2006/relationships/notesSlide" Target="/ppt/notesSlides/notesSlide4.xml" Id="Rb37d9f1464054e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21b04f30c46ba" /><Relationship Type="http://schemas.openxmlformats.org/officeDocument/2006/relationships/notesSlide" Target="/ppt/notesSlides/notesSlide5.xml" Id="Rc664d5c8aae543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d3d760e2841c6" /><Relationship Type="http://schemas.openxmlformats.org/officeDocument/2006/relationships/notesSlide" Target="/ppt/notesSlides/notesSlide6.xml" Id="R1d14cb5946694a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05984f13a41b6" /><Relationship Type="http://schemas.openxmlformats.org/officeDocument/2006/relationships/notesSlide" Target="/ppt/notesSlides/notesSlide7.xml" Id="R063442b55dbd49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9a4080591472b" /><Relationship Type="http://schemas.openxmlformats.org/officeDocument/2006/relationships/notesSlide" Target="/ppt/notesSlides/notesSlide8.xml" Id="R71636087f0264c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c9ef2233744ba" /><Relationship Type="http://schemas.openxmlformats.org/officeDocument/2006/relationships/notesSlide" Target="/ppt/notesSlides/notesSlide9.xml" Id="Rc77ff7cd7eae48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5114dc2fa4f7a" /><Relationship Type="http://schemas.openxmlformats.org/officeDocument/2006/relationships/notesSlide" Target="/ppt/notesSlides/notesSlide10.xml" Id="Rbcd78c993b5849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f2069ac9348a0" /><Relationship Type="http://schemas.openxmlformats.org/officeDocument/2006/relationships/notesSlide" Target="/ppt/notesSlides/notesSlide11.xml" Id="R474b8e959b3f4b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953b008064bc1" /><Relationship Type="http://schemas.openxmlformats.org/officeDocument/2006/relationships/notesSlide" Target="/ppt/notesSlides/notesSlide12.xml" Id="Rebac9d3a4d254d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ecee629914969" /><Relationship Type="http://schemas.openxmlformats.org/officeDocument/2006/relationships/notesSlide" Target="/ppt/notesSlides/notesSlide13.xml" Id="Rb35dc592271242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24ad0713c49aa" /><Relationship Type="http://schemas.openxmlformats.org/officeDocument/2006/relationships/notesSlide" Target="/ppt/notesSlides/notesSlide14.xml" Id="R2542b504ed0e43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7d3bb43034c50" /><Relationship Type="http://schemas.openxmlformats.org/officeDocument/2006/relationships/image" Target="/ppt/media/image.png" Id="R7e6d9801245844bd" /><Relationship Type="http://schemas.openxmlformats.org/officeDocument/2006/relationships/notesSlide" Target="/ppt/notesSlides/notesSlide15.xml" Id="Rbdc0427ed50142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a2ddd89634f5c" /><Relationship Type="http://schemas.openxmlformats.org/officeDocument/2006/relationships/notesSlide" Target="/ppt/notesSlides/notesSlide16.xml" Id="R8b1933ab62af48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8cef223534677" /><Relationship Type="http://schemas.openxmlformats.org/officeDocument/2006/relationships/notesSlide" Target="/ppt/notesSlides/notesSlide17.xml" Id="R5c10f04861c740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1efe2fecf4402" /><Relationship Type="http://schemas.openxmlformats.org/officeDocument/2006/relationships/notesSlide" Target="/ppt/notesSlides/notesSlide18.xml" Id="R2562f1742da244a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08e565a1748ae" /><Relationship Type="http://schemas.openxmlformats.org/officeDocument/2006/relationships/notesSlide" Target="/ppt/notesSlides/notesSlide19.xml" Id="Rec2dcf8b3a2c42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a9e5372ae4660" /><Relationship Type="http://schemas.openxmlformats.org/officeDocument/2006/relationships/notesSlide" Target="/ppt/notesSlides/notesSlide20.xml" Id="Ree18f1477eed4f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04aacc92847d6" /><Relationship Type="http://schemas.openxmlformats.org/officeDocument/2006/relationships/notesSlide" Target="/ppt/notesSlides/notesSlide21.xml" Id="R49a2ea466c6e46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a6f5654164d5d" /><Relationship Type="http://schemas.openxmlformats.org/officeDocument/2006/relationships/notesSlide" Target="/ppt/notesSlides/notesSlide22.xml" Id="R96d23bae098743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e187ab5664361" /><Relationship Type="http://schemas.openxmlformats.org/officeDocument/2006/relationships/notesSlide" Target="/ppt/notesSlides/notesSlide23.xml" Id="Rc2a49ec6831c42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0812ed6ed40a0" /><Relationship Type="http://schemas.openxmlformats.org/officeDocument/2006/relationships/notesSlide" Target="/ppt/notesSlides/notesSlide24.xml" Id="Rc9f8d9355637417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fed9a4d5640f0" /><Relationship Type="http://schemas.openxmlformats.org/officeDocument/2006/relationships/notesSlide" Target="/ppt/notesSlides/notesSlide25.xml" Id="R4caeb70097d9437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15f1a6f79468a" /><Relationship Type="http://schemas.openxmlformats.org/officeDocument/2006/relationships/notesSlide" Target="/ppt/notesSlides/notesSlide26.xml" Id="Rf1bd4bf0381d48c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05bf5aae749aa" /><Relationship Type="http://schemas.openxmlformats.org/officeDocument/2006/relationships/notesSlide" Target="/ppt/notesSlides/notesSlide27.xml" Id="R6de582902daa42f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c896aba944fa2" /><Relationship Type="http://schemas.openxmlformats.org/officeDocument/2006/relationships/notesSlide" Target="/ppt/notesSlides/notesSlide28.xml" Id="R765b214e1ba040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df3c5ae1742ae" /><Relationship Type="http://schemas.openxmlformats.org/officeDocument/2006/relationships/notesSlide" Target="/ppt/notesSlides/notesSlide29.xml" Id="R64766c5da77040d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d4b5ccc641f6" /><Relationship Type="http://schemas.openxmlformats.org/officeDocument/2006/relationships/notesSlide" Target="/ppt/notesSlides/notesSlide30.xml" Id="R8274e36498af42f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9eb931c95422a" /><Relationship Type="http://schemas.openxmlformats.org/officeDocument/2006/relationships/notesSlide" Target="/ppt/notesSlides/notesSlide31.xml" Id="R9d6262d7fd3b422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6ce25a8cc498f" /><Relationship Type="http://schemas.openxmlformats.org/officeDocument/2006/relationships/notesSlide" Target="/ppt/notesSlides/notesSlide32.xml" Id="R0c2321e34e56457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d6476a0fa467c" /><Relationship Type="http://schemas.openxmlformats.org/officeDocument/2006/relationships/notesSlide" Target="/ppt/notesSlides/notesSlide33.xml" Id="Rc9a2820cf7ee4e2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b3f87b89443c9" /><Relationship Type="http://schemas.openxmlformats.org/officeDocument/2006/relationships/notesSlide" Target="/ppt/notesSlides/notesSlide34.xml" Id="Rcd7e6598abba41e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af56bfc0f4d2b" /><Relationship Type="http://schemas.openxmlformats.org/officeDocument/2006/relationships/notesSlide" Target="/ppt/notesSlides/notesSlide35.xml" Id="Red15394a45a84b2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acb74dc1248c1" /><Relationship Type="http://schemas.openxmlformats.org/officeDocument/2006/relationships/notesSlide" Target="/ppt/notesSlides/notesSlide36.xml" Id="R23de85b7e8f044f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c907f60b4475c" /><Relationship Type="http://schemas.openxmlformats.org/officeDocument/2006/relationships/notesSlide" Target="/ppt/notesSlides/notesSlide37.xml" Id="R7d522a1b91dc497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0f8bd24c24068" /><Relationship Type="http://schemas.openxmlformats.org/officeDocument/2006/relationships/notesSlide" Target="/ppt/notesSlides/notesSlide38.xml" Id="R4b2369ddbc9b4b0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5d9e969744942" /><Relationship Type="http://schemas.openxmlformats.org/officeDocument/2006/relationships/notesSlide" Target="/ppt/notesSlides/notesSlide39.xml" Id="Rcc70d06367c54e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436333a0f47c2" /><Relationship Type="http://schemas.openxmlformats.org/officeDocument/2006/relationships/notesSlide" Target="/ppt/notesSlides/notesSlide40.xml" Id="R8301e782be6b48a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18445c0f94275" /><Relationship Type="http://schemas.openxmlformats.org/officeDocument/2006/relationships/notesSlide" Target="/ppt/notesSlides/notesSlide41.xml" Id="R53885ea5ffd44ff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1fd86c5a149ef" /><Relationship Type="http://schemas.openxmlformats.org/officeDocument/2006/relationships/notesSlide" Target="/ppt/notesSlides/notesSlide42.xml" Id="R30435cf98a544f8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c217b1c4c4a42" /><Relationship Type="http://schemas.openxmlformats.org/officeDocument/2006/relationships/notesSlide" Target="/ppt/notesSlides/notesSlide43.xml" Id="R397763f7ea2344b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b2438ba2f4209" /><Relationship Type="http://schemas.openxmlformats.org/officeDocument/2006/relationships/notesSlide" Target="/ppt/notesSlides/notesSlide44.xml" Id="Racda52ab79de41b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b9b94875244bc" /><Relationship Type="http://schemas.openxmlformats.org/officeDocument/2006/relationships/notesSlide" Target="/ppt/notesSlides/notesSlide45.xml" Id="Red411b9908d144a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bc49960fc42bb" /><Relationship Type="http://schemas.openxmlformats.org/officeDocument/2006/relationships/notesSlide" Target="/ppt/notesSlides/notesSlide46.xml" Id="R8811683f9e6a4c7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581b57c1549a2" /><Relationship Type="http://schemas.openxmlformats.org/officeDocument/2006/relationships/notesSlide" Target="/ppt/notesSlides/notesSlide47.xml" Id="R7ec5c713656e47d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fc46ce5da4f53" /><Relationship Type="http://schemas.openxmlformats.org/officeDocument/2006/relationships/notesSlide" Target="/ppt/notesSlides/notesSlide48.xml" Id="R6a3b5acd443641c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493f327f546e7" /><Relationship Type="http://schemas.openxmlformats.org/officeDocument/2006/relationships/notesSlide" Target="/ppt/notesSlides/notesSlide49.xml" Id="R35ead10a5b7f493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d20436a024d40" /><Relationship Type="http://schemas.openxmlformats.org/officeDocument/2006/relationships/notesSlide" Target="/ppt/notesSlides/notesSlide50.xml" Id="R9b856ead8eaf48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EF4F3-7718-4D0D-AF0A-360803E2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PLM 项目实施辅助工具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AE454-F245-4B9A-AD7C-1B98BC34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D6F9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D6F9F"/>
                </a:solidFill>
                <a:latin typeface="Microsoft YaHei"/>
                <a:ea typeface="Microsoft YaHei"/>
                <a:cs typeface="Microsoft YaHei"/>
              </a:rPr>
              <a:t>50 页 PowerPoint 兼容性与版式验证样例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D8051-DBDF-4E0A-B46C-5ED3464B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POC-06.1  纯合成内容</a:t>
            </a:r>
          </a:p>
        </p:txBody>
      </p:sp>
    </p:spTree>
    <p:extLst>
      <p:ext uri="{BB962C8B-B14F-4D97-AF65-F5344CB8AC3E}">
        <p14:creationId xmlns:p14="http://schemas.microsoft.com/office/powerpoint/2010/main" val="13922621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A04CD-BEE6-495A-BCC2-4087B08F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1.1  合成验证场景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6A807-90DE-4917-9B67-633E6A3D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9D03B-F552-4195-B041-C6699EEE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9B622-3B50-4E50-8B59-9B45FE67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72F48-F930-43FD-BC36-15587ECD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1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69390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F1F1-5E7E-4076-8733-84558265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1.2  合成验证场景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22E6F-189D-4619-B6A5-32F0E632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CFCCE-764E-4F87-BFCF-C6D43146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36C61-8593-4232-9CE6-3619D02A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E42EC-425D-458B-88B9-632664DD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2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699540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800EF-62C7-4509-AB38-C6B55FA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1.3  合成验证场景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EC797-EF49-4286-8A1E-D31DC5E5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09252-1F98-475A-83E0-C56C790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23214-8759-4EE7-9D56-736BF64E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3DD29-1AE3-49B0-9890-8EDDA6CE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3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987527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C5594-660D-4B27-9745-767BA79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1.4  合成验证场景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C8C23-1836-4421-B246-E0E29D8C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1B781-6071-4BFB-96E4-5F2B4CF6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35C65-17C1-47D4-9119-B7A558B0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5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DA0A6-4259-44F6-82F4-9C90D0F1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4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565015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F1401-1829-4C85-AC70-ADB249C7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1.5  合成验证场景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8C8E8-E717-4B50-BABA-A53C52BE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C96D9-F41B-4978-A121-09E5E75F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BF006-851F-40C0-B1DA-1D8A4DC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6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6C02D-468D-42C2-8D8A-D462A133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5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511524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2796EF-1BCD-413E-B652-75D09EC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1.6  合成验证场景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458EB-1EE4-4D2D-91E7-6396936F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E20DD-33E0-4DAC-8818-81539152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E9ACE-2CF5-471B-9D2C-0C169820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7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7F0F0-1655-4B38-B6FA-5D681B8D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6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4949311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4916A-F286-49E5-AE7B-BF9576C1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1.7  合成验证场景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EBF90-E820-4D94-999F-4F6B757D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911A5-56F6-4517-8DCD-A149F030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9E3D7-F3EF-43C4-9782-4F42A876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8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5A3A5-18E0-494B-A9B8-6FA6FCA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7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2099233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7BD24-1287-4466-90BE-FB8376A8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1.8  合成验证场景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49A7F-1D17-4916-AC37-960F595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6F4CE-757D-468B-8EEE-E365F67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E822E-E7C1-4D8A-BD63-BD76D8F0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9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22921-FD8F-41D1-B108-54F84E1B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1 章，第 8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855926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EFE0F-7BCD-42A0-9E18-1129C05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2.9  可编辑数据表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B72DF-8852-4269-8F1A-DD2CB5C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618BD-A7AE-4C35-9B89-77E1662F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047750" y="1714500"/>
          <a:ext xmlns:a="http://schemas.openxmlformats.org/drawingml/2006/main" cx="100965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24125"/>
                <a:gridCol w="2524125"/>
                <a:gridCol w="2524125"/>
                <a:gridCol w="2524125"/>
              </a:tblGrid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91440" marR="91440" marT="45720" marB="45720"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>
                    <a:solidFill>
                      <a:srgbClr val="1532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责任域</a:t>
                      </a:r>
                    </a:p>
                  </a:txBody>
                  <a:tcPr marL="91440" marR="91440" marT="45720" marB="45720">
                    <a:solidFill>
                      <a:srgbClr val="15324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产品结构 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工艺路线 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变更记录 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C.3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交付证据 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D.4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532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65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B572A-8EE7-40BB-A096-E4201932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2.10  项目实施流程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79710-DF12-4D17-81C7-F120A8BF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EFA31-878B-49DE-BB90-D8CDAE60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C248F-8F8B-44B1-8ED6-B2D01139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2D6F9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需求确认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D632-D689-4F97-AB31-501B0074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EEF4"/>
          </a:solidFill>
          <a:ln xmlns:a="http://schemas.openxmlformats.org/drawingml/2006/main" w="19050">
            <a:solidFill>
              <a:srgbClr val="2D6F9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5E4ADF-3BB8-4F85-AB43-FD90B2DA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2D6F9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实施验证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5E812-6742-4941-B0D8-6A492010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095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8EEF4"/>
          </a:solidFill>
          <a:ln xmlns:a="http://schemas.openxmlformats.org/drawingml/2006/main" w="19050">
            <a:solidFill>
              <a:srgbClr val="2D6F9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验收归档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00375" y="30718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A5C5"/>
            </a:solidFill>
            <a:prstDash val="solid"/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0718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A5C5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29625" y="30718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A5C5"/>
            </a:solidFill>
            <a:prstDash val="solid"/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C2231-FF05-4FCB-AF92-E9B4B655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862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所有节点和连接线均保持为 PowerPoint 原生可编辑对象</a:t>
            </a:r>
          </a:p>
        </p:txBody>
      </p:sp>
    </p:spTree>
    <p:extLst>
      <p:ext uri="{BB962C8B-B14F-4D97-AF65-F5344CB8AC3E}">
        <p14:creationId xmlns:p14="http://schemas.microsoft.com/office/powerpoint/2010/main" val="17035461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4B652-BA13-4EF5-B485-7DED006C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3.1  合成工作量分布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30D8C-50E5-4726-ADDC-CED5AC85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83F82-D017-4904-ADD0-D4675F9A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33E3E-0E22-4517-8B61-3D4116E0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62125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39F72-4646-4B15-A36E-D46F300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800225"/>
            <a:ext cx="37719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D6F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52C33-3E5E-45F5-9901-E27DC77F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379FD-32BF-42D5-93B7-E906E9AE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38425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83D43-5CBB-4960-B686-8863DC20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76525"/>
            <a:ext cx="5029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DA5C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48D1B-4749-443A-B06B-22C0F183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384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61A20-AC71-4AC0-9304-BC6147E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14725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实施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D9800-3443-454A-B232-6A024645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552825"/>
            <a:ext cx="64960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2D6F9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783A5-4BEC-43BB-AED4-8FD741C6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147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2F48E-9EC8-4F2B-AB1D-85D3D136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91025"/>
            <a:ext cx="1000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D4322-42B2-4566-BA24-67CABAC6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29125"/>
            <a:ext cx="3143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3DA5C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ED2B8-D154-4F86-B2BD-73840F49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910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777DB-74C4-4831-A68D-610C4019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所有数据条、标签和数值均为 PowerPoint 可编辑矢量对象</a:t>
            </a:r>
          </a:p>
        </p:txBody>
      </p:sp>
    </p:spTree>
    <p:extLst>
      <p:ext uri="{BB962C8B-B14F-4D97-AF65-F5344CB8AC3E}">
        <p14:creationId xmlns:p14="http://schemas.microsoft.com/office/powerpoint/2010/main" val="8493252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C5C42-3A88-4F2A-82A1-F808D1EB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2.2  合成验证场景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CE252-7CBC-4E81-A279-A0F63D68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076CA-BA52-414B-9C86-EEB34141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85DB8-D2AD-4CBC-9ABA-7000A04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13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791C3-3845-442E-B22A-207A1713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2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548626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1FD01-47A2-4E51-A0CE-49DD15B5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2.3  合成验证场景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983B9-21DA-444E-85B8-A38CF4D0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A6471-E6C1-47E4-8574-7AEB8E07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0EC82-301D-48F9-B332-55DB0AFA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14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ABC77-1B28-455C-A89C-C14A38CE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3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6643799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0C4B-CB9F-41A9-BE13-821A1FC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3.4  工业研发协同场景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D73D5-EED9-480D-9148-37B2C28B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B4868-FD78-4FAA-9AFE-FE8FC4C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d9801245844bd"/>
          <a:srcRect xmlns:a="http://schemas.openxmlformats.org/drawingml/2006/main" l="0" t="13267" r="0" b="13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1571625"/>
            <a:ext cx="9906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</p:spTree>
    <p:extLst>
      <p:ext uri="{BB962C8B-B14F-4D97-AF65-F5344CB8AC3E}">
        <p14:creationId xmlns:p14="http://schemas.microsoft.com/office/powerpoint/2010/main" val="10905771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81C45-3924-4778-8C6A-4A7DD478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2.5  合成验证场景 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022C8-87CA-47AC-9E01-F60EF503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6977C-1C83-44EE-824B-C96FA67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27B09-129E-4FD1-8EDA-87CA329E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16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A4DA0-C5B7-4F88-82A5-DFA65A88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5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1674597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446B2-EF31-4C89-ADF9-2EFAC9D6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2.6  合成验证场景 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0F060-B0AD-4712-A41A-C610CD8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AEF558-971C-4754-8537-CAAD46DC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42CBA-0575-419F-8E4B-619D9E8B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17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8EEDE-EEC0-4CFC-B3CB-58707A65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6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6730467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710AA-011F-4791-8D2A-F77D1F5D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2.7  合成验证场景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D846D-D3EE-4307-8C13-BD78728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04260-F951-40B3-B7EB-0644EB9F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1824B-4ED6-45C7-9F67-4032EF9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18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9DEF3-20E9-4118-8E41-A41B569D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7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16308730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2534A-DED0-47E1-91F4-9EF327B5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2.8  合成验证场景 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0CE80-F704-42DF-AC78-334EE9D8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463E9-9323-4DDE-A0C0-83911ED6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C530F-772B-4B2D-9E8B-C708AC7F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19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283B1-EF64-40F2-A8EF-BCABD74F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8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5582113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2032A-6E7A-425F-99DE-290E12AE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2.9  合成验证场景 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08A85-AB5B-4499-A6DA-6597CA7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85CD1-9F94-4C7A-8EC6-55759AC8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E6F23-EE0D-422F-872F-5AC853DA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20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2B9C2-A416-4740-A52D-30FBBB78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9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1539145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7A5E6-EE43-4FD4-92D7-F106F4B2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2.10  合成验证场景 21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8AED8-0030-4F9F-8C88-DDB0C3A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689A8-F640-4424-AC83-A20E0087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E22A2-378C-4CF2-8CAE-F5983DFB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21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1A6A8-0A53-4B0C-92AA-C517FCD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2 章，第 10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6718941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57A3A-B754-4BEC-8277-C658376D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3.1  合成验证场景 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EEB41-B62D-4F71-B41B-CDC0B232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184C7-3670-4DB4-9BD7-EFAF7A88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F122D-34E5-47C6-A3E0-D7C35D1C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22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6E83B-D0CC-4C59-A240-D84DD6DB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1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4039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3EC5F-4B6D-4167-99AE-4A3A2AB1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3.2  合成验证场景 23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E7828-5290-4A4E-B11E-220A2AB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EB88C-A912-4DE5-9A2B-A2133525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4CE6E-BEA1-40B6-9606-75A78D64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23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51421-1837-4682-BCA1-A099073E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2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4326837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88B8A-8F44-4D8B-9432-B9E3D32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3.3  合成验证场景 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CE4E0-9B73-41B4-A2CE-6E5B0E40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F7AB2-FB8D-4589-A330-3E161191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04C77-7501-4027-A004-BDA55F3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24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A6911-3744-45E7-9349-DC899C53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3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0653918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23FA6-0F83-482B-9BD3-AE393260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3.4  合成验证场景 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BFF12-1025-4ACD-B08F-D5FE803F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50CA-6D24-4DB6-AAF3-84042D2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3E4B7-DD5A-4784-93F5-8E586BEB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25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A0A90-C465-4F54-9DBC-778514EE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4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64189877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1E57B-DC65-4169-AE98-5B5B971A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3.5  合成验证场景 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3043C-0AA0-42F1-A7E3-3FDD6396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2A882-6475-4B05-8940-7088EFEA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CCBC4-5C08-44C4-BDFC-C028AA8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26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8D2A4-3436-48C1-8879-9CB96423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5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9938449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1372-0CAE-4586-ADAE-80A2EAD7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3.6  合成验证场景 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E4E00-3B5C-4923-8C4A-8EE3627D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8CBB5-F4AA-4B2B-A197-E70997A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AA0EE-5532-4F2D-90CA-D5C5F75C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27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605EB-A01B-488B-B4A9-451E0EA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6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2066769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8F5E1-4A07-4E57-9E12-CC46F77A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3.7  合成验证场景 28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809B9-ADF0-417A-BD1F-D9CD8BC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94212-2C3A-4232-B409-8321B80D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22EF4-23B5-4ED6-BF9C-ED3461FA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28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D1C70-D57F-46F6-B329-652BB724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7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0072353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8D465-BAA8-47CA-918A-5C1F306B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3.8  合成验证场景 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60F9C-97A4-4C8D-B0BB-1DA0AFCF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5C9BA-DF57-4092-A022-F489C817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3BD76-B085-49DF-AAA5-6A0C1FC9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29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CAE81-F3D6-49FF-86AE-4F50211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8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35588871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DDECC-07D1-45C3-93A3-EBE7EFDB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3.9  合成验证场景 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0B3C4-E590-4C8B-A009-19ED5ACF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A5901-8702-451E-ABE0-034A975B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C39B2-81AC-43E2-8EE3-594EF3CA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30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93648-F252-4798-8E90-9F27CB1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9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204997546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AFF78-E732-4BD1-902F-F7E66502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3.10  合成验证场景 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5593A-B1BC-4A94-B9E1-A8B07081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5A4D9-E443-42FD-9518-C1FD2327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43336-D4D7-4CB4-8C18-9E0AC1A7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31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6E5A5-492A-4E17-9C5F-F24236C5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3 章，第 10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7869982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ED174-1961-4964-BC43-53EF599D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4.1  合成验证场景 32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6E956-E011-46CD-83A9-5EA0EB90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DD499-37F3-4814-A061-F0F15C7F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692D0-DD4D-411A-ACEF-C663985B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32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7446D-50E1-49C2-8347-CB42670E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1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2236822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103D9-90D4-4780-8CF5-E5036C04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4.2  合成验证场景 33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6DEF3-7E18-41FC-9F3D-2E11931E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28783-6C39-40C8-847D-5EA35247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B8339-8D89-41BB-8C2A-61A448CA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33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DEAB8-18A4-4C1E-B7FF-CF192DA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2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21008086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7D805-36ED-441F-807D-02D2B990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4.3  合成验证场景 34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DD863-292C-423B-B6B5-60330170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581E3-3AB0-4D4D-A9AC-CC5999A6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16A76-4374-495C-A342-D16E0A6F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34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6B13D-3F1F-4EDE-8ECB-FD7A0B92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3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3243563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7FCEE-6F94-4016-98B6-C2040DB6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4.4  合成验证场景 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F26BF-A69C-401B-90A9-1F2C7042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3E54B-853B-45C9-B216-ACD6A806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A6249-82B6-4399-AC0C-835C235A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35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4B00E-1B48-4FF1-A6DB-A04C7138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4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96237374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23B30-4B2D-4AD1-954A-F8D8C131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4.5  合成验证场景 36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C61D6-3897-4080-8C42-784A558A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5D67D-99BF-4EB8-B786-22EF4FD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4D3AA-CA50-4133-889C-2293DAF6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36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D0657-4720-47A9-BC6E-DB8CCA1D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5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4149212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6DC51-279C-44CE-80D1-BCD1DA1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4.6  合成验证场景 37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458B4-9267-48E7-A8CE-1D9FD6E8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DE8FA-42B2-4A34-84E8-9FF4CBE3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DD724-EA54-467E-99B6-7E453B3C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37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C3510-B9A2-433F-B183-C969550F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6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45248472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F48EF-5191-46E6-8395-8CA6EA8B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4.7  合成验证场景 38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AEEAD-A174-4FED-ACD1-BDA822E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E2541-05F3-4CEE-83E3-E999579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330A5-5E7C-4C2D-A688-CD799CE8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38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A1ECB-8CDB-4927-B89C-F0FBFDF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7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36404281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D3604-D8CB-4CB7-81E2-DA1B2707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4.8  合成验证场景 39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7DF76-02E1-4394-89FA-11D22502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2F450-B9A8-45E2-8C36-6349E90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58A12-543C-44A6-8CFD-0A09A86B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39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60D01-CA37-438F-86AD-B2599A8D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8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68929545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067A2-225E-4D66-93D2-DA6C63E5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4.9  合成验证场景 40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7E8BF-49D2-4F93-9E86-62B837F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48F4D-8CF6-4BDE-8F61-13336C0D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287C5-8A28-42F2-86A5-3DA97E49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40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58F5D-4E51-4A82-858B-004AC083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9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6176073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DCC33-0A1D-4AF3-B47D-43E3F218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4.10  合成验证场景 41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B545B-119B-4E03-BC38-7C16C9C6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866B2-EF08-4587-8585-F80783C3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24187-FAB1-4963-877A-E214C5FB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41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E9F1E-3CB9-4760-A87F-1696C69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4 章，第 10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83662595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769B7-F959-410A-B81F-0FD9E809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5.1  合成验证场景 42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04C9E-C999-4596-BF4C-77CA2CCA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076AE-6293-46A9-874F-220DB2B8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609EB-D71C-47FB-8CAA-CBDE3122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42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BA332-D6B1-4FA0-8715-689A1B50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1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6033943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ECB95-317E-4543-9110-AB7C62B2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5.2  合成验证场景 43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83A73-4BF7-4FC2-9441-55E2ED79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D23FE-FB26-467F-84B4-496CE63C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7349D5-AE65-446A-82FF-34A88C5C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43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0EB83-4772-4068-B9F6-5D20C556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2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2322317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10D22-63A0-4D9C-9C71-E090DBB8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5.3  合成验证场景 44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CD102-5B16-43CE-998B-BD5E8C4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190CB-EEE6-4959-89EB-2E09E797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0CFF9-9D53-4BFA-967D-C312C221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44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19FB9-62BF-406D-973B-46C82DD6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3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33100658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F6A01-97CC-4DCC-9A9E-1930BC38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5.4  合成验证场景 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6F989-8A8F-43C2-8FA0-2EFB3767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C0EA5-D2A8-46B7-ACDE-29686AD9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B2137-F9D1-4886-A5A4-8E363819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45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7002A-DD13-4BCA-845A-C9C7AC77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4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202682414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453C1-D98C-4F68-B5C0-0AF5D8CD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5.5  合成验证场景 46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3F8ED-A43F-4719-B629-FFC25CA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50EA6-396A-48CD-8B4D-2F9016D8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107CB-4EA9-4B20-ACBE-1E26AD2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46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4B67C-8F78-45C6-974E-0B24FEF9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5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51805296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776EE-BD8F-470B-BEA5-DF72F93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5.6  合成验证场景 47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1D253-1CF5-49FF-B875-FF38535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32CDE-9830-461D-ADD6-02AD7FB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2E9C6-050D-4A69-A85D-F3E9938B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47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9937B-3C01-4277-9A5F-F117C85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6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02949407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2DA21-E76C-4F85-9681-004A6CD3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5.7  合成验证场景 48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EC870-AF00-484E-9372-B23C104B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FDD7B-C09E-4A22-87C1-47F1BEE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4DEAB-65F5-4248-8316-F65F7B8D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48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11E49-9F50-4775-855B-F4FD3F1B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7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62632589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91FAE-6D5A-437E-85BF-D7F1DB9B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5.8  合成验证场景 49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B5BF0-E010-49C3-A46C-AF288FFC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D0E89-9B02-4169-B4A2-453879A7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D6A9B-14E0-41F3-AA03-8F7575D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49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29C87-245C-4571-940F-B4C767CE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8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50874739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1BF57-6202-4484-92CE-8EA74208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5.9  合成验证场景 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06EB0-8B5B-481F-A695-6BE0C8EE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3D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07E17-C684-4A48-88FC-8F460179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187DC-3C26-416F-8711-FDBCF9D3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324A"/>
                </a:solidFill>
                <a:latin typeface="Microsoft YaHei"/>
                <a:ea typeface="Microsoft YaHei"/>
                <a:cs typeface="Microsoft YaHei"/>
              </a:rPr>
              <a:t>本页验证中文文本、章节结构和可编辑对象。场景 50 使用确定性合成内容，不引用客户项目或合同资料。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875CD-D205-4C36-88ED-DF542DC4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章节定位：第 5 章，第 9 个主题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内容范围：产品结构、文档版本、变更与交付证据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验证目标：中文字体、换行、对象编辑性和 Office 打开性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B78"/>
                </a:solidFill>
                <a:latin typeface="Microsoft YaHei"/>
                <a:ea typeface="Microsoft YaHei"/>
                <a:cs typeface="Microsoft YaHei"/>
              </a:rPr>
              <a:t>数据边界：全部字段均为合成测试数据</a:t>
            </a:r>
          </a:p>
        </p:txBody>
      </p:sp>
    </p:spTree>
    <p:extLst>
      <p:ext uri="{BB962C8B-B14F-4D97-AF65-F5344CB8AC3E}">
        <p14:creationId xmlns:p14="http://schemas.microsoft.com/office/powerpoint/2010/main" val="1448310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2026-09-21T07:51:23.8470000Z</dcterms:created>
  <dcterms:modified xsi:type="dcterms:W3CDTF">2026-09-21T07:51:23.8470000Z</dcterms:modified>
</coreProperties>
</file>